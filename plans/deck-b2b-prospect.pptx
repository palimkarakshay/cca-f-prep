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B2B Prospect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deck for a 30-minute discovery call with a prospective B2B customer (HR / L&amp;D / Compliance buyer). Buyer-language, not engineering-language. Slide breaks are marked by ---.
Companion docs: ./content-pack-management-plan.md, ./deck-overview.md, ./deck-investor.md, ./deck-collaborator.md.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Continuing Education, on Your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where you control the catalog, your subject-matter expert approves every piece of content, and AI drafts the routine work so your team focuses on judgment.</a:t>
            </a:r>
          </a:p>
          <a:p>
            <a:pPr algn="l">
              <a:spcAft>
                <a:spcPts val="800"/>
              </a:spcAft>
            </a:pPr>
            <a:r>
              <a:rPr sz="1800"/>
              <a:t>For: [Prospect Company] • Function: [HR / L&amp;D / Compliance / Engineering Onboarding]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problem you have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Friction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Off-the-shelf LMS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Curated catalog rarely covers your team's actual topics; updates lag your business by 6–12 months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Build it in-house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Cost: $200k+ and 6+ months for a content team that has to keep authoring forever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Raw AI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Quality is uneven; no audit trail; legal won't let you ship un-reviewed AI content to staff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Status quo (PDFs + slides)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tracking, no quizzes, employees don't read it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managed learning platform where:</a:t>
            </a:r>
          </a:p>
          <a:p>
            <a:pPr/>
            <a:r>
              <a:rPr sz="1600"/>
              <a:t>Your topics, drafted on demand — your administrator types a topic, AI drafts a lesson + quiz from your knowledge files (PDFs, slides, runbooks).</a:t>
            </a:r>
          </a:p>
          <a:p>
            <a:pPr/>
            <a:r>
              <a:rPr sz="1600"/>
              <a:t>Your subject-matter expert reviews before publish — every piece of content goes through your SME's queue. They approve, edit, or reject.</a:t>
            </a:r>
          </a:p>
          <a:p>
            <a:pPr/>
            <a:r>
              <a:rPr sz="1600"/>
              <a:t>Your employees learn at their own pace — short lessons, 3-question quizzes, mobile-first.</a:t>
            </a:r>
          </a:p>
          <a:p>
            <a:pPr>
              <a:spcAft>
                <a:spcPts val="600"/>
              </a:spcAft>
            </a:pPr>
            <a:r>
              <a:rPr sz="1600"/>
              <a:t>You see the data — completion rates, weak spots, requested topics, quality signals.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How it works (the loop)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You upload knowledge files (PDFs, slides, runbooks)
         │
         ▼
Your admin types a topic ("Q4 SOX changes")
         │
         ▼
AI drafts lesson + 3-question quiz
         │
         ▼
Validators screen for known failure modes (23 of them)
         │
         ▼
Stronger reviewer model audits the drafter
         │
         ▼
Your SME reviews → approve / edit / reject
         │
         ▼
Employees see the new lesson; progress tracked
         │
         ▼
You see what they got wrong → next topic surfaces</a:t>
            </a:r>
          </a:p>
          <a:p>
            <a:pPr algn="l">
              <a:spcAft>
                <a:spcPts val="800"/>
              </a:spcAft>
            </a:pPr>
            <a:r>
              <a:rPr sz="1800"/>
              <a:t>End-to-end: typically 24 hours from topic request to live lesson.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Where AI helps — and where it doesn't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Your SME is always the publish gate. Auto-publish is opt-in per catalog and off by default.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Where AI helps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Where AI does NOT decide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Drafting initial copy from your knowledge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Whether content is fit to publish (your SME decides)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Suggesting quiz questions and distractors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Final wording on regulated content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Catching duplicate topic requests from learners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Setting your company's policy or risk tolerance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Surfacing topics employees ask about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Anything legal / HR / safety-sensitive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Quality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This is the part most AI-content products skip. Ours:</a:t>
            </a:r>
          </a:p>
          <a:p>
            <a:pPr/>
            <a:r>
              <a:rPr sz="1600"/>
              <a:t>23 documented failure modes screened automatically before any content reaches your SME (biased answer keys, fabricated facts, weak distractors, mid-quiz spoilers, etc.).</a:t>
            </a:r>
          </a:p>
          <a:p>
            <a:pPr/>
            <a:r>
              <a:rPr sz="1600"/>
              <a:t>Answer-justification audit — for every quiz question, the model must point at the exact span of your knowledge file that justifies the marked answer. No span, no publish.</a:t>
            </a:r>
          </a:p>
          <a:p>
            <a:pPr/>
            <a:r>
              <a:rPr sz="1600"/>
              <a:t>Stronger model audits weaker model — the reviewer model is more capable than the drafter, catching systematic blind spots.</a:t>
            </a:r>
          </a:p>
          <a:p>
            <a:pPr>
              <a:spcAft>
                <a:spcPts val="600"/>
              </a:spcAft>
            </a:pPr>
            <a:r>
              <a:rPr sz="1600"/>
              <a:t>Pause-not-pull post-publish — if a question performs unusually badly across many learners, it's hidden for new sessions only. Active quizzes finish as-shown. No mid-experience surprises for your staff.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do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Tenant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Postgres row-level security; every query carries your tenant context; verified by integration test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Audit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Every publish, edit, and rejection is logged with author, timestamp, and reason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Self-serve CSV / JSON export of your tenant's content and learner progress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Soft delete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Nothing is hard-deleted for 90 days; recoverable on request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provenance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Every published piece records its drafter, reviewer, validator results, and SME-approval evidence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 the roadmap — formal audit triggered at 5 enterprise tenants. We can share our control matrix today.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Designed in (data-export, right-to-be-forgotten); EU hosting available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Single sign-on &amp;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Clerk Enterprise — SAML, SCIM, OIDC. Your IT team configures once.</a:t>
            </a:r>
          </a:p>
          <a:p>
            <a:pPr/>
            <a:r>
              <a:rPr sz="1600"/>
              <a:t>Webhooks — completion events to your HRIS / Workday / BambooHR.</a:t>
            </a:r>
          </a:p>
          <a:p>
            <a:pPr>
              <a:spcAft>
                <a:spcPts val="600"/>
              </a:spcAft>
            </a:pPr>
            <a:r>
              <a:rPr sz="1600"/>
              <a:t>API — read-only export endpoints for your data warehouse.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Pilot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60-day commercial pilot with mutually defined success criteria:</a:t>
            </a:r>
          </a:p>
          <a:p>
            <a:pPr algn="l">
              <a:spcAft>
                <a:spcPts val="800"/>
              </a:spcAft>
            </a:pPr>
            <a:r>
              <a:rPr sz="1800"/>
              <a:t>No data lock-in. If you don't continue, you get a full export and we delete your tenant.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What's included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Seats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50 employees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Catalogs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3 catalogs of your choosing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100 generations included; overage at cost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SME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1-hour onboarding; ongoing Slack support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Pilot 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$5,000, 100% credit toward the first 12 months if you continue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Success criteria (suggested)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≥70% of seats complete ≥1 lesson; SME approval cycle &lt; 48h; ≥1 internally requested topic delivered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Pricing after the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Platform minimum: $100/mo (covers any tier under 20 seats).</a:t>
            </a:r>
          </a:p>
          <a:p>
            <a:pPr algn="l">
              <a:spcAft>
                <a:spcPts val="800"/>
              </a:spcAft>
            </a:pPr>
            <a:r>
              <a:rPr sz="1800"/>
              <a:t>Custom catalogs (drafted from your knowledge files) are included in Pro and Enterprise.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Tier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Per learner per month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Public catalogs only, no custom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5 custom catalogs, SME role, SSO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$15+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Unlimited custom, dedicated support, SAML, audit log export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Timeline — LOI to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happens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call, scope catalogs, identify SME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LOI signed; provisioning + SSO config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Knowledge file ingestion; first 10 lessons drafted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review cycle; first cohort invited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Pilot live; weekly readout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W4–W12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60-day pilot runs; success criteria evaluated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Pilot review → continue / extend / part-ways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Comparison vs build-it-yourself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DIY content team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platform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Time to first lesson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4–8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24–48 hours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Salaries + tooling, $200k+/year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Subscription, $5–15/seat/mo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Ongoing forever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Included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Quality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Per-author 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Validators + reviewer + SME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Topics on demand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Backlog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Same-day draft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Comparison vs traditional 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Cornerstone / Litmos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platform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Catalog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Their courses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Your topics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Time to publish a new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Weeks (find a vendor course)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Hours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AI-drafted custom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Yes — with SME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Per-seat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$10–25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$5–15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Days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we'd ask of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To run a successful pilot, we need:</a:t>
            </a:r>
          </a:p>
          <a:p>
            <a:pPr/>
            <a:r>
              <a:rPr sz="1600"/>
              <a:t>One named SME with ~10 minutes/day for content review (we minimise this aggressively).</a:t>
            </a:r>
          </a:p>
          <a:p>
            <a:pPr/>
            <a:r>
              <a:rPr sz="1600"/>
              <a:t>Knowledge files — your existing PDFs, slides, runbooks, policy docs. We'll ingest up to 25 MB during the pilot.</a:t>
            </a:r>
          </a:p>
          <a:p>
            <a:pPr/>
            <a:r>
              <a:rPr sz="1600"/>
              <a:t>A point person to coordinate cohort communications.</a:t>
            </a:r>
          </a:p>
          <a:p>
            <a:pPr>
              <a:spcAft>
                <a:spcPts val="600"/>
              </a:spcAft>
            </a:pPr>
            <a:r>
              <a:rPr sz="1600"/>
              <a:t>A weekly 30-minute readout during the pilot.</a:t>
            </a:r>
          </a:p>
          <a:p>
            <a:pPr algn="l">
              <a:spcAft>
                <a:spcPts val="800"/>
              </a:spcAft>
            </a:pPr>
            <a:r>
              <a:rPr sz="1800"/>
              <a:t>That's it. No code changes on your side. SSO is optional during the pilot.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Frequently asked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"What if your AI gets something wrong?" Two safety nets: deterministic validators catch documented failure modes pre-review, and your SME is the publish gate. Bad content cannot reach your staff without your SME approving it.</a:t>
            </a:r>
          </a:p>
          <a:p>
            <a:pPr algn="l">
              <a:spcAft>
                <a:spcPts val="800"/>
              </a:spcAft>
            </a:pPr>
            <a:r>
              <a:rPr sz="1800"/>
              <a:t>"What happens to our content if we leave?" Self-serve export of all your content and learner progress. Tenant deletion within 30 days of request.</a:t>
            </a:r>
          </a:p>
          <a:p>
            <a:pPr algn="l">
              <a:spcAft>
                <a:spcPts val="800"/>
              </a:spcAft>
            </a:pPr>
            <a:r>
              <a:rPr sz="1800"/>
              <a:t>"Are our knowledge files used to train any AI models?" No. We use Anthropic's API in zero-data-retention mode for enterprise tenants; your files are used only to draft content for your tenant.</a:t>
            </a:r>
          </a:p>
          <a:p>
            <a:pPr algn="l">
              <a:spcAft>
                <a:spcPts val="800"/>
              </a:spcAft>
            </a:pPr>
            <a:r>
              <a:rPr sz="1800"/>
              <a:t>"Can we run this air-gapped / on-prem?" Not in v1. On-prem is on the 18-month roadmap if 3+ enterprise prospects request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30-minute scoping call to determine:</a:t>
            </a:r>
          </a:p>
          <a:p>
            <a:pPr/>
            <a:r>
              <a:rPr sz="1600"/>
              <a:t>Which 1–3 catalogs would matter most to your team?</a:t>
            </a:r>
          </a:p>
          <a:p>
            <a:pPr/>
            <a:r>
              <a:rPr sz="1600"/>
              <a:t>Who would be your SME?</a:t>
            </a:r>
          </a:p>
          <a:p>
            <a:pPr>
              <a:spcAft>
                <a:spcPts val="600"/>
              </a:spcAft>
            </a:pPr>
            <a:r>
              <a:rPr sz="1600"/>
              <a:t>What does pilot success look like to you?</a:t>
            </a:r>
          </a:p>
          <a:p>
            <a:pPr algn="l">
              <a:spcAft>
                <a:spcPts val="800"/>
              </a:spcAft>
            </a:pPr>
            <a:r>
              <a:rPr sz="1800"/>
              <a:t>If we agree it's worth a pilot, we send an LOI within 48 hours.</a:t>
            </a:r>
          </a:p>
          <a:p>
            <a:pPr algn="l">
              <a:spcAft>
                <a:spcPts val="800"/>
              </a:spcAft>
            </a:pPr>
            <a:r>
              <a:rPr sz="1800"/>
              <a:t>Contact: [operator email] • [scheduling link]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Your topics, drafted by AI, reviewed by your expert, learned by your team — at one-tenth the cost of doing it yourself.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