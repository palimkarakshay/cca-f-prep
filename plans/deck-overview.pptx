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1A2E"/>
                </a:solidFill>
              </a:rPr>
              <a:t>Content Pack Management Platform —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Slide-style summary of the build plan. Designed for a 10-minute walk-through with a non-technical stakeholder. Slide breaks are marked by ---.
Companion docs: ./content-pack-management-plan.md (detailed plan), ./deck-investor.md (investor/advisor angle), ./deck-b2b-prospect.md (B2B sales angle), ./deck-collaborator.md (technical collaborator angle).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Content Pack Management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focused learning platform for individuals and companies. Built in two phases — de-risk the AI cost before paying for AI.</a:t>
            </a:r>
          </a:p>
          <a:p>
            <a:pPr algn="l">
              <a:spcAft>
                <a:spcPts val="800"/>
              </a:spcAft>
            </a:pPr>
            <a:r>
              <a:rPr sz="1800"/>
              <a:t>Branch: claude/content-pack-management-plan-gO7ys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AI-generated study content is everywhere — and most of it is bad.</a:t>
            </a:r>
          </a:p>
          <a:p>
            <a:pPr/>
            <a:r>
              <a:rPr sz="1600"/>
              <a:t>Common failure modes are predictable: biased answer keys, fabricated facts, weak distractors, no source justification.</a:t>
            </a:r>
          </a:p>
          <a:p>
            <a:pPr/>
            <a:r>
              <a:rPr sz="1600"/>
              <a:t>Buyers (especially enterprises) won't trust AI lessons that no human reviewed.</a:t>
            </a:r>
          </a:p>
          <a:p>
            <a:pPr>
              <a:spcAft>
                <a:spcPts val="600"/>
              </a:spcAft>
            </a:pPr>
            <a:r>
              <a:rPr sz="1600"/>
              <a:t>Building this with the AI cost turned on from day 1 is how startups burn $50k before learning whether anyone wants the product.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product, one paragraph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learning platform with two modes:</a:t>
            </a:r>
          </a:p>
          <a:p>
            <a:pPr/>
            <a:r>
              <a:rPr sz="1600"/>
              <a:t>B2C: anyone signs up, picks a catalog, learns at their own pace.</a:t>
            </a:r>
          </a:p>
          <a:p>
            <a:pPr>
              <a:spcAft>
                <a:spcPts val="600"/>
              </a:spcAft>
            </a:pPr>
            <a:r>
              <a:rPr sz="1600"/>
              <a:t>B2B: companies buy access for staff; their internal expert reviews material before it goes live.</a:t>
            </a:r>
          </a:p>
          <a:p>
            <a:pPr algn="l">
              <a:spcAft>
                <a:spcPts val="800"/>
              </a:spcAft>
            </a:pPr>
            <a:r>
              <a:rPr sz="1800"/>
              <a:t>AI drafts the content; deterministic validators catch known failure modes; a stronger AI reviewer audits the drafter; a human always approves before publish.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Two markets, one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B2C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B2B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Self-directed learners (cert candidates, hobbyists)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SMB and mid-market HR / L&amp;D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Pricing intuition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$9/mo Pro (free tier with 5 catalogs)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$5–15 per learner per month, $100/mo platform minimum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Why they buy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Quizzes that aren't trash; ability to request topics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Curated, expert-reviewed material; SSO; usage reporting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two-phase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Phase 1 — Proof-of-concept. Cost: ~$0/month.</a:t>
            </a:r>
          </a:p>
          <a:p>
            <a:pPr/>
            <a:r>
              <a:rPr sz="1600"/>
              <a:t>AI authoring done by the operator inside Claude Code locally (paid by existing Max 20x subscription).</a:t>
            </a:r>
          </a:p>
          <a:p>
            <a:pPr/>
            <a:r>
              <a:rPr sz="1600"/>
              <a:t>Web platform stores, versions, and serves the content the operator authored offline.</a:t>
            </a:r>
          </a:p>
          <a:p>
            <a:pPr>
              <a:spcAft>
                <a:spcPts val="600"/>
              </a:spcAft>
            </a:pPr>
            <a:r>
              <a:rPr sz="1600"/>
              <a:t>Goal: validate willingness-to-pay before any AI cost is incurred.</a:t>
            </a:r>
          </a:p>
          <a:p>
            <a:pPr algn="l">
              <a:spcAft>
                <a:spcPts val="800"/>
              </a:spcAft>
            </a:pPr>
            <a:r>
              <a:rPr sz="1800"/>
              <a:t>Phase 2 — Commercial. Cost: ~$450–1000/month at planned scale.</a:t>
            </a:r>
          </a:p>
          <a:p>
            <a:pPr/>
            <a:r>
              <a:rPr sz="1600"/>
              <a:t>Turn on in-app AI generation, billing, B2B controls.</a:t>
            </a:r>
          </a:p>
          <a:p>
            <a:pPr>
              <a:spcAft>
                <a:spcPts val="600"/>
              </a:spcAft>
            </a:pPr>
            <a:r>
              <a:rPr sz="1600"/>
              <a:t>Everything from Phase 1 carries over without rewrites.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Phase 1 success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Paying intent — measured directly.</a:t>
            </a:r>
          </a:p>
          <a:p>
            <a:pPr>
              <a:spcAft>
                <a:spcPts val="600"/>
              </a:spcAft>
            </a:pPr>
            <a:r>
              <a:rPr sz="1600"/>
              <a:t>B2B: "Request a pilot" form on marketing site → operator follow-up → signed LOI.</a:t>
            </a:r>
          </a:p>
          <a:p>
            <a:pPr algn="l">
              <a:spcAft>
                <a:spcPts val="800"/>
              </a:spcAft>
            </a:pPr>
            <a:r>
              <a:rPr sz="1800"/>
              <a:t>Target before Phase 2 spend: 3 signed LOIs.</a:t>
            </a:r>
          </a:p>
          <a:p>
            <a:pPr>
              <a:spcAft>
                <a:spcPts val="600"/>
              </a:spcAft>
            </a:pPr>
            <a:r>
              <a:rPr sz="1600"/>
              <a:t>B2C: "Get early access" waitlist + Stripe Payment Link for refundable $9 pre-orders.</a:t>
            </a:r>
          </a:p>
          <a:p>
            <a:pPr algn="l">
              <a:spcAft>
                <a:spcPts val="800"/>
              </a:spcAft>
            </a:pPr>
            <a:r>
              <a:rPr sz="1800"/>
              <a:t>Target: 50 waitlisted, 10 pre-orders.</a:t>
            </a:r>
          </a:p>
          <a:p>
            <a:pPr algn="l">
              <a:spcAft>
                <a:spcPts val="800"/>
              </a:spcAft>
            </a:pPr>
            <a:r>
              <a:rPr sz="1800"/>
              <a:t>If Phase 1 doesn't hit these, we don't spend on Phase 2. Hard gate.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Phase 1 cost — essentially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Line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Vendor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Vercel Hobby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Neon Postgres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File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Cloudflare R2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Clerk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Resend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Analytics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PostHog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Errors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Sentry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authoring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Claude Max 20x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already paid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registrar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~$1/mo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Total incremental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~$1/mo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Phase 2 cost — at 100 tenants, 10k MAU, 50k generations/mo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AI is the dominant line. Hard cap = per-tenant monthly token budget with UI burn meter.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Line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Hosting (Vercel Pro)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$20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Database (Neon Scale)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$19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Auth (Clerk Pro)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$25+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Job queue (Inngest Pro)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$20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drafter (Sonnet)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~$200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reviewer (Opus)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~$100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Embeddings, email, errors, etc.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~$70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~$450–1000/mo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Pricing math at modest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1000 paying B2C learners × $9 = $9k MRR</a:t>
            </a:r>
          </a:p>
          <a:p>
            <a:pPr/>
            <a:r>
              <a:rPr sz="1600"/>
              <a:t>50 B2B tenants × 50 seats × $10 = $25k MRR</a:t>
            </a:r>
          </a:p>
          <a:p>
            <a:pPr/>
            <a:r>
              <a:rPr sz="1600"/>
              <a:t>Combined ≈ $34k MRR vs ~$600/mo infra</a:t>
            </a:r>
          </a:p>
          <a:p>
            <a:pPr>
              <a:spcAft>
                <a:spcPts val="600"/>
              </a:spcAft>
            </a:pPr>
            <a:r>
              <a:rPr sz="1600"/>
              <a:t>⇒ gross margin &gt; 95% at this scale.</a:t>
            </a:r>
          </a:p>
          <a:p>
            <a:pPr algn="l">
              <a:spcAft>
                <a:spcPts val="800"/>
              </a:spcAft>
            </a:pPr>
            <a:r>
              <a:rPr sz="1800"/>
              <a:t>The AI cost line scales with generations, not learners. As long as we don't regenerate per learner, margins stay healthy.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learners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Sign up via email-link.</a:t>
            </a:r>
          </a:p>
          <a:p>
            <a:pPr/>
            <a:r>
              <a:rPr sz="1600"/>
              <a:t>Browse catalogs; tap a concept.</a:t>
            </a:r>
          </a:p>
          <a:p>
            <a:pPr/>
            <a:r>
              <a:rPr sz="1600"/>
              <a:t>Read short lesson; take 3-question quiz.</a:t>
            </a:r>
          </a:p>
          <a:p>
            <a:pPr/>
            <a:r>
              <a:rPr sz="1600"/>
              <a:t>Progress synced across devices.</a:t>
            </a:r>
          </a:p>
          <a:p>
            <a:pPr/>
            <a:r>
              <a:rPr sz="1600"/>
              <a:t>"Suggest a topic" button → feedback loop.</a:t>
            </a:r>
          </a:p>
          <a:p>
            <a:pPr>
              <a:spcAft>
                <a:spcPts val="600"/>
              </a:spcAft>
            </a:pPr>
            <a:r>
              <a:rPr sz="1600"/>
              <a:t>"Report this content" button → quality signal.</a:t>
            </a:r>
          </a:p>
          <a:p>
            <a:pPr algn="l">
              <a:spcAft>
                <a:spcPts val="800"/>
              </a:spcAft>
            </a:pPr>
            <a:r>
              <a:rPr sz="1800"/>
              <a:t>Same UX in Phase 1 and Phase 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the operator does in 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Open Claude Code in the project repo (paid by Max).</a:t>
            </a:r>
          </a:p>
          <a:p>
            <a:pPr/>
            <a:r>
              <a:rPr sz="1600"/>
              <a:t>Paste a knowledge file (PDF / markdown / slides as text).</a:t>
            </a:r>
          </a:p>
          <a:p>
            <a:pPr/>
            <a:r>
              <a:rPr sz="1600"/>
              <a:t>Run /draft-topic slash command → Claude drafts JSON.</a:t>
            </a:r>
          </a:p>
          <a:p>
            <a:pPr/>
            <a:r>
              <a:rPr sz="1600"/>
              <a:t>Local validators run automatically (catch known failure modes).</a:t>
            </a:r>
          </a:p>
          <a:p>
            <a:pPr>
              <a:spcAft>
                <a:spcPts val="600"/>
              </a:spcAft>
            </a:pPr>
            <a:r>
              <a:rPr sz="1600"/>
              <a:t>Open admin tool → paste JSON → publish.</a:t>
            </a:r>
          </a:p>
          <a:p>
            <a:pPr algn="l">
              <a:spcAft>
                <a:spcPts val="800"/>
              </a:spcAft>
            </a:pPr>
            <a:r>
              <a:rPr sz="1800"/>
              <a:t>~10 minutes per topic.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changes in Phase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Additive on Phase 1, behind feature flags, in this order:</a:t>
            </a:r>
          </a:p>
          <a:p>
            <a:pPr/>
            <a:r>
              <a:rPr sz="1600"/>
              <a:t>Vercel Pro (TOS compliance for paid customers).</a:t>
            </a:r>
          </a:p>
          <a:p>
            <a:pPr/>
            <a:r>
              <a:rPr sz="1600"/>
              <a:t>In-app AI generation pipeline (Inngest + Anthropic API).</a:t>
            </a:r>
          </a:p>
          <a:p>
            <a:pPr/>
            <a:r>
              <a:rPr sz="1600"/>
              <a:t>Opus critiques Sonnet drafts; answer-justification audit.</a:t>
            </a:r>
          </a:p>
          <a:p>
            <a:pPr/>
            <a:r>
              <a:rPr sz="1600"/>
              <a:t>Confidence routing + sampled spot-checks.</a:t>
            </a:r>
          </a:p>
          <a:p>
            <a:pPr/>
            <a:r>
              <a:rPr sz="1600"/>
              <a:t>B2B controls: SME role, two-eye gate, per-tenant catalogs.</a:t>
            </a:r>
          </a:p>
          <a:p>
            <a:pPr/>
            <a:r>
              <a:rPr sz="1600"/>
              <a:t>Stripe billing.</a:t>
            </a:r>
          </a:p>
          <a:p>
            <a:pPr/>
            <a:r>
              <a:rPr sz="1600"/>
              <a:t>Embedding-based suggestion dedup.</a:t>
            </a:r>
          </a:p>
          <a:p>
            <a:pPr>
              <a:spcAft>
                <a:spcPts val="600"/>
              </a:spcAft>
            </a:pPr>
            <a:r>
              <a:rPr sz="1600"/>
              <a:t>Post-publish quality signals → "pause-not-pull".</a:t>
            </a:r>
          </a:p>
          <a:p>
            <a:pPr algn="l">
              <a:spcAft>
                <a:spcPts val="800"/>
              </a:spcAft>
            </a:pPr>
            <a:r>
              <a:rPr sz="1800"/>
              <a:t>Nothing from Phase 1 is thrown away.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Top risks &amp; mitigations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cost spirals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Per-tenant budget cap; UI burn meter; alerts at 80%.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hallucinations reach learners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Validators + Opus critic + answer-justification audit + post-publish signals.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Tenant data leak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Postgres RLS + Neon HTTP driver + integration test.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Enterprises won't accept AI content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B2B default = human-required; auto-publish is opt-in.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No revenue path validated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Phase 1's only job is to prove paying intent before Phase 2 spend.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Decision triggers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Trigger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flips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First paid customer / signed LOI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Vercel Hobby → Vercel Pro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Operator authoring backlog &gt; 1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Turn on Phase 2 in-app generation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First B2B contract requires per-company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Activate SME role + two-eye gate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5+ enterprise deals blocked on compliance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Pursue formal SOC2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First quality incident reaching learner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Switch reviewer to cross-vendor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Phase 1 timeline — ~18 working days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Phase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Days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Monorepo + DB + auth + storage wired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Astro marketing site + LOI / waitlist / pre-order capture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Learner app: catalog, lesson, quiz, progress, search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Admin app: import, lint, suggestions, leads, knowledge files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Operator authoring loop (Claude Code skill + validators)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Verification: end-to-end + RLS + Lighthouse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 need to start 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Sign-off:</a:t>
            </a:r>
          </a:p>
          <a:p>
            <a:pPr/>
            <a:r>
              <a:rPr sz="1600"/>
              <a:t>The two-phase plan is the right shape.</a:t>
            </a:r>
          </a:p>
          <a:p>
            <a:pPr>
              <a:spcAft>
                <a:spcPts val="600"/>
              </a:spcAft>
            </a:pPr>
            <a:r>
              <a:rPr sz="1600"/>
              <a:t>Phase 1 success metric = signed LOIs + pre-orders is the right gate.</a:t>
            </a:r>
          </a:p>
          <a:p>
            <a:pPr algn="l">
              <a:spcAft>
                <a:spcPts val="800"/>
              </a:spcAft>
            </a:pPr>
            <a:r>
              <a:rPr sz="1800"/>
              <a:t>Resources:</a:t>
            </a:r>
          </a:p>
          <a:p>
            <a:pPr/>
            <a:r>
              <a:rPr sz="1600"/>
              <a:t>~18 working days of focused build time.</a:t>
            </a:r>
          </a:p>
          <a:p>
            <a:pPr/>
            <a:r>
              <a:rPr sz="1600"/>
              <a:t>One domain (~$12/yr).</a:t>
            </a:r>
          </a:p>
          <a:p>
            <a:pPr/>
            <a:r>
              <a:rPr sz="1600"/>
              <a:t>Clerk + Neon + Vercel + R2 + PostHog + Sentry + Resend free-tier accounts.</a:t>
            </a:r>
          </a:p>
          <a:p>
            <a:pPr>
              <a:spcAft>
                <a:spcPts val="600"/>
              </a:spcAft>
            </a:pPr>
            <a:r>
              <a:rPr sz="1600"/>
              <a:t>Stripe account (for the pre-order Payment Link).</a:t>
            </a:r>
          </a:p>
          <a:p>
            <a:pPr algn="l">
              <a:spcAft>
                <a:spcPts val="800"/>
              </a:spcAft>
            </a:pPr>
            <a:r>
              <a:rPr sz="1800"/>
              <a:t>That's it. Phase 2 spend is gated on Phase 1 evidence.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In one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Build a polished delivery platform first, prove people will pay for it using $0/month of infra, and only then turn on the expensive AI generation — with the safety nets (validators, reviewer model, human-in-the-loop) wired in from day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